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2" r:id="rId3"/>
    <p:sldId id="264" r:id="rId4"/>
    <p:sldId id="266" r:id="rId5"/>
    <p:sldId id="265" r:id="rId6"/>
    <p:sldId id="267" r:id="rId7"/>
    <p:sldId id="268" r:id="rId8"/>
    <p:sldId id="270" r:id="rId9"/>
    <p:sldId id="269" r:id="rId10"/>
    <p:sldId id="273" r:id="rId11"/>
    <p:sldId id="281" r:id="rId12"/>
    <p:sldId id="271" r:id="rId13"/>
    <p:sldId id="272" r:id="rId14"/>
    <p:sldId id="274" r:id="rId15"/>
    <p:sldId id="275" r:id="rId16"/>
    <p:sldId id="276" r:id="rId17"/>
    <p:sldId id="278" r:id="rId18"/>
    <p:sldId id="279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7FE1-E1CB-427C-A1A1-7D97931AA12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929FBA7-EEE9-4460-B708-512A58DDA24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8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7FE1-E1CB-427C-A1A1-7D97931AA12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FBA7-EEE9-4460-B708-512A58DDA242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70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7FE1-E1CB-427C-A1A1-7D97931AA12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FBA7-EEE9-4460-B708-512A58DDA24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46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7FE1-E1CB-427C-A1A1-7D97931AA12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FBA7-EEE9-4460-B708-512A58DDA242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592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7FE1-E1CB-427C-A1A1-7D97931AA12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FBA7-EEE9-4460-B708-512A58DDA242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73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7FE1-E1CB-427C-A1A1-7D97931AA12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FBA7-EEE9-4460-B708-512A58DDA242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078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7FE1-E1CB-427C-A1A1-7D97931AA12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FBA7-EEE9-4460-B708-512A58DDA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8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7FE1-E1CB-427C-A1A1-7D97931AA12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FBA7-EEE9-4460-B708-512A58DDA242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49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2AC7FE1-E1CB-427C-A1A1-7D97931AA12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FBA7-EEE9-4460-B708-512A58DDA242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18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7FE1-E1CB-427C-A1A1-7D97931AA12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FBA7-EEE9-4460-B708-512A58DDA242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3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7FE1-E1CB-427C-A1A1-7D97931AA12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9FBA7-EEE9-4460-B708-512A58DDA24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7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C7FE1-E1CB-427C-A1A1-7D97931AA12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929FBA7-EEE9-4460-B708-512A58DDA24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17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D89D77-5746-4A20-CD82-4440A6AEA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616" y="962902"/>
            <a:ext cx="4176384" cy="2380828"/>
          </a:xfrm>
        </p:spPr>
        <p:txBody>
          <a:bodyPr>
            <a:normAutofit/>
          </a:bodyPr>
          <a:lstStyle/>
          <a:p>
            <a:r>
              <a:rPr lang="en-US" sz="4800"/>
              <a:t>FUTURE EVENT CALENDAR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D670675-4FBF-A13D-E292-913C04138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617" y="3531204"/>
            <a:ext cx="4171479" cy="1610643"/>
          </a:xfrm>
        </p:spPr>
        <p:txBody>
          <a:bodyPr>
            <a:normAutofit/>
          </a:bodyPr>
          <a:lstStyle/>
          <a:p>
            <a:r>
              <a:rPr lang="en-US" sz="1600"/>
              <a:t>ROTARACT CLUB OF BIT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A5FD7590-5551-D461-1149-0D96BB960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55"/>
          <a:stretch>
            <a:fillRect/>
          </a:stretch>
        </p:blipFill>
        <p:spPr>
          <a:xfrm>
            <a:off x="6095849" y="2153316"/>
            <a:ext cx="4960442" cy="16106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450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3015C-10C7-C478-8B85-A1BE20589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D66786F-E8BC-AEB9-A796-CE7A77EB5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4620D3-3DBF-F12B-7D7F-755769CFB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DA93CE-A883-8B26-B673-96B92B0F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616" y="962902"/>
            <a:ext cx="4176384" cy="2380828"/>
          </a:xfrm>
        </p:spPr>
        <p:txBody>
          <a:bodyPr>
            <a:normAutofit/>
          </a:bodyPr>
          <a:lstStyle/>
          <a:p>
            <a:r>
              <a:rPr lang="en-US" sz="4800"/>
              <a:t>FUTURE EVENT CALENDAR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20BAB1-F123-EED8-2877-AF2FADF23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617" y="3531204"/>
            <a:ext cx="4171479" cy="1610643"/>
          </a:xfrm>
        </p:spPr>
        <p:txBody>
          <a:bodyPr>
            <a:normAutofit/>
          </a:bodyPr>
          <a:lstStyle/>
          <a:p>
            <a:r>
              <a:rPr lang="en-US" sz="1600"/>
              <a:t>ROTARACT CLUB OF BIT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D99426-FA7A-543A-7653-56C29078E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871E1DDB-FD28-EDD3-C71E-00CB97421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55"/>
          <a:stretch>
            <a:fillRect/>
          </a:stretch>
        </p:blipFill>
        <p:spPr>
          <a:xfrm>
            <a:off x="6095849" y="2153316"/>
            <a:ext cx="4960442" cy="16106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B91F8EF-AD30-9BE9-3750-4D9F60980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F088FC-85A8-B54F-3126-EBD913F5F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934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5A27-1729-7860-C087-12D0D94DF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7629"/>
            <a:ext cx="9144000" cy="1901371"/>
          </a:xfrm>
        </p:spPr>
        <p:txBody>
          <a:bodyPr/>
          <a:lstStyle/>
          <a:p>
            <a:pPr algn="ctr"/>
            <a:r>
              <a:rPr lang="en-US" dirty="0"/>
              <a:t>COMMUNITY SERVICE AVENUE</a:t>
            </a:r>
          </a:p>
        </p:txBody>
      </p:sp>
    </p:spTree>
    <p:extLst>
      <p:ext uri="{BB962C8B-B14F-4D97-AF65-F5344CB8AC3E}">
        <p14:creationId xmlns:p14="http://schemas.microsoft.com/office/powerpoint/2010/main" val="1307763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35AEC-9B1A-6E1D-2043-2E635AD7B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7421-F972-5068-A17B-CD516B596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04187"/>
            <a:ext cx="9144000" cy="10377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WINTER DONATION DRIVE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52BEA-78CD-5991-CF3C-D89E24E9836C}"/>
              </a:ext>
            </a:extLst>
          </p:cNvPr>
          <p:cNvSpPr txBox="1"/>
          <p:nvPr/>
        </p:nvSpPr>
        <p:spPr>
          <a:xfrm>
            <a:off x="1531345" y="4285561"/>
            <a:ext cx="9287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Tentative Date: December 6, 2025</a:t>
            </a:r>
            <a:br>
              <a:rPr lang="en-US" dirty="0"/>
            </a:br>
            <a:r>
              <a:rPr lang="en-US" dirty="0"/>
              <a:t>Project Chair: </a:t>
            </a:r>
            <a:r>
              <a:rPr lang="en-US" dirty="0" err="1"/>
              <a:t>Rtr</a:t>
            </a:r>
            <a:r>
              <a:rPr lang="en-US" dirty="0"/>
              <a:t> Srujan and </a:t>
            </a:r>
            <a:r>
              <a:rPr lang="en-US" dirty="0" err="1"/>
              <a:t>Rtr</a:t>
            </a:r>
            <a:r>
              <a:rPr lang="en-US" dirty="0"/>
              <a:t>. </a:t>
            </a:r>
            <a:r>
              <a:rPr lang="en-US" dirty="0" err="1"/>
              <a:t>Parinetha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494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F4BD7-F4E8-9E7F-0792-325A5088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BC6E-80B6-17D1-0946-E8096D4B7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7015"/>
            <a:ext cx="9144000" cy="17119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BLOOD DONATION DRIVE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AEB58-FD0A-1BFA-F0AC-C54A1A67802F}"/>
              </a:ext>
            </a:extLst>
          </p:cNvPr>
          <p:cNvSpPr txBox="1"/>
          <p:nvPr/>
        </p:nvSpPr>
        <p:spPr>
          <a:xfrm>
            <a:off x="1531345" y="4285561"/>
            <a:ext cx="9287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Tentative Date: October 10, 2025</a:t>
            </a:r>
            <a:br>
              <a:rPr lang="en-US" dirty="0"/>
            </a:br>
            <a:r>
              <a:rPr lang="en-US" dirty="0"/>
              <a:t>Project Chair: </a:t>
            </a:r>
            <a:r>
              <a:rPr lang="en-US" dirty="0" err="1"/>
              <a:t>Rtr</a:t>
            </a:r>
            <a:r>
              <a:rPr lang="en-US" dirty="0"/>
              <a:t> Srujan and </a:t>
            </a:r>
            <a:r>
              <a:rPr lang="en-US" dirty="0" err="1"/>
              <a:t>Rtr</a:t>
            </a:r>
            <a:r>
              <a:rPr lang="en-US" dirty="0"/>
              <a:t>. </a:t>
            </a:r>
            <a:r>
              <a:rPr lang="en-US" dirty="0" err="1"/>
              <a:t>Parinetha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01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81287-DC63-6705-9F5A-EF27ED2F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BC9E-83F5-3C27-9534-B46E7EF11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7629"/>
            <a:ext cx="9144000" cy="1901371"/>
          </a:xfrm>
        </p:spPr>
        <p:txBody>
          <a:bodyPr/>
          <a:lstStyle/>
          <a:p>
            <a:pPr algn="ctr"/>
            <a:r>
              <a:rPr lang="en-US" dirty="0"/>
              <a:t>SANITARY PAD COLLECTION DRIVE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37664-49C9-3593-0A6A-C84192FC392F}"/>
              </a:ext>
            </a:extLst>
          </p:cNvPr>
          <p:cNvSpPr txBox="1"/>
          <p:nvPr/>
        </p:nvSpPr>
        <p:spPr>
          <a:xfrm>
            <a:off x="1531345" y="4285561"/>
            <a:ext cx="9287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Tentative Date: January 15 – February 15, 2026</a:t>
            </a:r>
            <a:br>
              <a:rPr lang="en-US" dirty="0"/>
            </a:br>
            <a:r>
              <a:rPr lang="en-US" dirty="0"/>
              <a:t>Project Chair: </a:t>
            </a:r>
            <a:r>
              <a:rPr lang="en-US" dirty="0" err="1"/>
              <a:t>Rtr</a:t>
            </a:r>
            <a:r>
              <a:rPr lang="en-US" dirty="0"/>
              <a:t>. Srujan and </a:t>
            </a:r>
            <a:r>
              <a:rPr lang="en-US" dirty="0" err="1"/>
              <a:t>Rtr</a:t>
            </a:r>
            <a:r>
              <a:rPr lang="en-US" dirty="0"/>
              <a:t>. </a:t>
            </a:r>
            <a:r>
              <a:rPr lang="en-US" dirty="0" err="1"/>
              <a:t>Parinetha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730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96CE6-8A64-1198-5A27-AABFF180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8186E-3EFF-49EA-3FA5-8140AD1FF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70" y="2369458"/>
            <a:ext cx="9144000" cy="1059542"/>
          </a:xfrm>
        </p:spPr>
        <p:txBody>
          <a:bodyPr/>
          <a:lstStyle/>
          <a:p>
            <a:pPr algn="ctr"/>
            <a:r>
              <a:rPr lang="en-US" dirty="0"/>
              <a:t>SELF DEFENSE LESSONS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AD71D-1EFD-FC27-CBEB-A37FADC534EC}"/>
              </a:ext>
            </a:extLst>
          </p:cNvPr>
          <p:cNvSpPr txBox="1"/>
          <p:nvPr/>
        </p:nvSpPr>
        <p:spPr>
          <a:xfrm>
            <a:off x="1531345" y="4285561"/>
            <a:ext cx="9287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Tentative Date: March 8, 2026 (Women’s Day)</a:t>
            </a:r>
            <a:br>
              <a:rPr lang="en-US" dirty="0"/>
            </a:br>
            <a:r>
              <a:rPr lang="en-US" dirty="0"/>
              <a:t>Project Chair: </a:t>
            </a:r>
            <a:r>
              <a:rPr lang="en-US" dirty="0" err="1"/>
              <a:t>Rtr</a:t>
            </a:r>
            <a:r>
              <a:rPr lang="en-US" dirty="0"/>
              <a:t> Srujan and </a:t>
            </a:r>
            <a:r>
              <a:rPr lang="en-US" dirty="0" err="1"/>
              <a:t>Rtr</a:t>
            </a:r>
            <a:r>
              <a:rPr lang="en-US" dirty="0"/>
              <a:t>. </a:t>
            </a:r>
            <a:r>
              <a:rPr lang="en-US" dirty="0" err="1"/>
              <a:t>Parinetha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916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B89D-01DB-2839-560B-BCF163F4A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0E615-BBFE-6EDC-D39D-D66B5FA44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78315"/>
            <a:ext cx="9144000" cy="9506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Smart-</a:t>
            </a:r>
            <a:r>
              <a:rPr lang="en-US" dirty="0" err="1"/>
              <a:t>i</a:t>
            </a:r>
            <a:r>
              <a:rPr lang="en-US" dirty="0"/>
              <a:t> ABACUS EVENT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0C8AF-718D-81AF-F66B-58E73A45BA84}"/>
              </a:ext>
            </a:extLst>
          </p:cNvPr>
          <p:cNvSpPr txBox="1"/>
          <p:nvPr/>
        </p:nvSpPr>
        <p:spPr>
          <a:xfrm>
            <a:off x="1531345" y="4285561"/>
            <a:ext cx="9287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Tentative Date: 16 and 30 November </a:t>
            </a:r>
            <a:br>
              <a:rPr lang="en-US" dirty="0"/>
            </a:br>
            <a:r>
              <a:rPr lang="en-US" dirty="0"/>
              <a:t>Project Chair: </a:t>
            </a:r>
            <a:r>
              <a:rPr lang="en-US" dirty="0" err="1"/>
              <a:t>Rtr</a:t>
            </a:r>
            <a:r>
              <a:rPr lang="en-US" dirty="0"/>
              <a:t> Srujan and </a:t>
            </a:r>
            <a:r>
              <a:rPr lang="en-US" dirty="0" err="1"/>
              <a:t>Rtr</a:t>
            </a:r>
            <a:r>
              <a:rPr lang="en-US" dirty="0"/>
              <a:t> Manish </a:t>
            </a:r>
            <a:br>
              <a:rPr lang="en-US" dirty="0"/>
            </a:br>
            <a:r>
              <a:rPr lang="en-US" dirty="0"/>
              <a:t>WITH ANUSIRI GROUP OF INSTITUTIONS</a:t>
            </a:r>
          </a:p>
        </p:txBody>
      </p:sp>
    </p:spTree>
    <p:extLst>
      <p:ext uri="{BB962C8B-B14F-4D97-AF65-F5344CB8AC3E}">
        <p14:creationId xmlns:p14="http://schemas.microsoft.com/office/powerpoint/2010/main" val="334224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0B7F9-64A8-9285-D1EC-8AB9998E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F784-2084-6F85-6EFE-BE47ADE39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80344"/>
            <a:ext cx="9144000" cy="1048656"/>
          </a:xfrm>
        </p:spPr>
        <p:txBody>
          <a:bodyPr/>
          <a:lstStyle/>
          <a:p>
            <a:pPr algn="ctr"/>
            <a:r>
              <a:rPr lang="en-US" dirty="0"/>
              <a:t>PARTY IN PINK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8B30B9-986A-E04B-CF4A-F2FAF61E313B}"/>
              </a:ext>
            </a:extLst>
          </p:cNvPr>
          <p:cNvSpPr txBox="1"/>
          <p:nvPr/>
        </p:nvSpPr>
        <p:spPr>
          <a:xfrm>
            <a:off x="1531345" y="4285561"/>
            <a:ext cx="9287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ROTARACT CLUB OF JP NAGAR</a:t>
            </a:r>
          </a:p>
        </p:txBody>
      </p:sp>
    </p:spTree>
    <p:extLst>
      <p:ext uri="{BB962C8B-B14F-4D97-AF65-F5344CB8AC3E}">
        <p14:creationId xmlns:p14="http://schemas.microsoft.com/office/powerpoint/2010/main" val="2363703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A0736-FEB4-BCD9-A0C9-E7EDF5535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F6682-C2F8-7C95-ABA2-DEA5BFF3E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78315"/>
            <a:ext cx="9144000" cy="9506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MEGA TREK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BC5D9-5ADD-0C11-B3D2-0B4E01305133}"/>
              </a:ext>
            </a:extLst>
          </p:cNvPr>
          <p:cNvSpPr txBox="1"/>
          <p:nvPr/>
        </p:nvSpPr>
        <p:spPr>
          <a:xfrm>
            <a:off x="1531345" y="4285561"/>
            <a:ext cx="9287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ROTARACT CLUB OF BANASHANKARI</a:t>
            </a:r>
          </a:p>
        </p:txBody>
      </p:sp>
    </p:spTree>
    <p:extLst>
      <p:ext uri="{BB962C8B-B14F-4D97-AF65-F5344CB8AC3E}">
        <p14:creationId xmlns:p14="http://schemas.microsoft.com/office/powerpoint/2010/main" val="4167565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DC48D-3375-CFAD-DDA5-EEBA59C3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0908-774E-F098-8965-9FB8B15AF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1619" y="2478315"/>
            <a:ext cx="9144000" cy="950685"/>
          </a:xfrm>
        </p:spPr>
        <p:txBody>
          <a:bodyPr>
            <a:normAutofit fontScale="90000"/>
          </a:bodyPr>
          <a:lstStyle/>
          <a:p>
            <a:r>
              <a:rPr lang="en-US" dirty="0"/>
              <a:t>CLUB SERVICE AVENUE</a:t>
            </a:r>
          </a:p>
        </p:txBody>
      </p:sp>
    </p:spTree>
    <p:extLst>
      <p:ext uri="{BB962C8B-B14F-4D97-AF65-F5344CB8AC3E}">
        <p14:creationId xmlns:p14="http://schemas.microsoft.com/office/powerpoint/2010/main" val="4122836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C8323-84A2-4B8C-6578-D8093796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A0CE0-7C18-096F-841E-5CEB4AFF8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3817" y="2478315"/>
            <a:ext cx="9144000" cy="950685"/>
          </a:xfrm>
        </p:spPr>
        <p:txBody>
          <a:bodyPr>
            <a:normAutofit fontScale="90000"/>
          </a:bodyPr>
          <a:lstStyle/>
          <a:p>
            <a:r>
              <a:rPr lang="en-US" dirty="0"/>
              <a:t>BIT’s GOT TALENT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58A7E-F873-B450-B2CD-AF00507E9FD9}"/>
              </a:ext>
            </a:extLst>
          </p:cNvPr>
          <p:cNvSpPr txBox="1"/>
          <p:nvPr/>
        </p:nvSpPr>
        <p:spPr>
          <a:xfrm>
            <a:off x="1531345" y="4285561"/>
            <a:ext cx="9287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Tentative Date: March 29, 2026</a:t>
            </a:r>
            <a:br>
              <a:rPr lang="en-US" dirty="0"/>
            </a:br>
            <a:r>
              <a:rPr lang="en-US" dirty="0"/>
              <a:t>Project Chair: </a:t>
            </a:r>
            <a:r>
              <a:rPr lang="en-US" dirty="0" err="1"/>
              <a:t>Rtr</a:t>
            </a:r>
            <a:r>
              <a:rPr lang="en-US" dirty="0"/>
              <a:t> Medha and </a:t>
            </a:r>
            <a:r>
              <a:rPr lang="en-US" dirty="0" err="1"/>
              <a:t>Rtr</a:t>
            </a:r>
            <a:r>
              <a:rPr lang="en-US" dirty="0"/>
              <a:t> </a:t>
            </a:r>
            <a:r>
              <a:rPr lang="en-US" dirty="0" err="1"/>
              <a:t>Deevika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947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D885-64A3-3389-C17D-562480CE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C968C-40B4-BA78-22E5-8791D6F9B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7629"/>
            <a:ext cx="9144000" cy="1901371"/>
          </a:xfrm>
        </p:spPr>
        <p:txBody>
          <a:bodyPr/>
          <a:lstStyle/>
          <a:p>
            <a:pPr algn="ctr"/>
            <a:r>
              <a:rPr lang="en-US" dirty="0"/>
              <a:t>K-DRAMA CRUSH AND ANIME TRIVIA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ADEED-CCD6-6918-0327-CDE9EF4AB0C1}"/>
              </a:ext>
            </a:extLst>
          </p:cNvPr>
          <p:cNvSpPr txBox="1"/>
          <p:nvPr/>
        </p:nvSpPr>
        <p:spPr>
          <a:xfrm>
            <a:off x="1531345" y="4285561"/>
            <a:ext cx="9287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Tentative Date: September 20, 2025</a:t>
            </a:r>
            <a:br>
              <a:rPr lang="en-US" dirty="0"/>
            </a:br>
            <a:r>
              <a:rPr lang="en-US" dirty="0"/>
              <a:t>Project Chair: </a:t>
            </a:r>
            <a:r>
              <a:rPr lang="en-US" dirty="0" err="1"/>
              <a:t>Rtr</a:t>
            </a:r>
            <a:r>
              <a:rPr lang="en-US" dirty="0"/>
              <a:t> Medha and </a:t>
            </a:r>
            <a:r>
              <a:rPr lang="en-US" dirty="0" err="1"/>
              <a:t>Rtr</a:t>
            </a:r>
            <a:r>
              <a:rPr lang="en-US" dirty="0"/>
              <a:t> Sanjana </a:t>
            </a:r>
          </a:p>
        </p:txBody>
      </p:sp>
    </p:spTree>
    <p:extLst>
      <p:ext uri="{BB962C8B-B14F-4D97-AF65-F5344CB8AC3E}">
        <p14:creationId xmlns:p14="http://schemas.microsoft.com/office/powerpoint/2010/main" val="900668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5B9B1-3BE0-0FC3-09CF-37980DE0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AEA8B-4A09-CA1F-1806-F54E1462D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6229"/>
            <a:ext cx="9144000" cy="16727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INTERNATIONAL SERVICE AVENUE</a:t>
            </a:r>
          </a:p>
        </p:txBody>
      </p:sp>
    </p:spTree>
    <p:extLst>
      <p:ext uri="{BB962C8B-B14F-4D97-AF65-F5344CB8AC3E}">
        <p14:creationId xmlns:p14="http://schemas.microsoft.com/office/powerpoint/2010/main" val="1224081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C215-BD07-A634-54BD-035F46B7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3D18B-01EB-125D-3D66-E0649319A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6229"/>
            <a:ext cx="9144000" cy="16727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VRINDA – INTERNATIONAL MAGAZINE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013F4-29A1-034E-3431-2E9AE5E4292A}"/>
              </a:ext>
            </a:extLst>
          </p:cNvPr>
          <p:cNvSpPr txBox="1"/>
          <p:nvPr/>
        </p:nvSpPr>
        <p:spPr>
          <a:xfrm>
            <a:off x="1531345" y="4285561"/>
            <a:ext cx="9287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Tentative Date: Year Long On Going Project</a:t>
            </a:r>
            <a:br>
              <a:rPr lang="en-US" dirty="0"/>
            </a:br>
            <a:r>
              <a:rPr lang="en-US" dirty="0"/>
              <a:t>Project Chair: </a:t>
            </a:r>
            <a:r>
              <a:rPr lang="en-US" dirty="0" err="1"/>
              <a:t>Rtr</a:t>
            </a:r>
            <a:r>
              <a:rPr lang="en-US" dirty="0"/>
              <a:t> Abdulla and </a:t>
            </a:r>
            <a:r>
              <a:rPr lang="en-US" dirty="0" err="1"/>
              <a:t>Rtr</a:t>
            </a:r>
            <a:r>
              <a:rPr lang="en-US" dirty="0"/>
              <a:t> Vignesh</a:t>
            </a:r>
          </a:p>
        </p:txBody>
      </p:sp>
    </p:spTree>
    <p:extLst>
      <p:ext uri="{BB962C8B-B14F-4D97-AF65-F5344CB8AC3E}">
        <p14:creationId xmlns:p14="http://schemas.microsoft.com/office/powerpoint/2010/main" val="3178984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20278-469E-BDD0-7419-8495C9D4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860E-84DC-0F36-2978-41FE8E7FF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144000" cy="15747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PROFESSIONAL SERVICE AVENUE</a:t>
            </a:r>
          </a:p>
        </p:txBody>
      </p:sp>
    </p:spTree>
    <p:extLst>
      <p:ext uri="{BB962C8B-B14F-4D97-AF65-F5344CB8AC3E}">
        <p14:creationId xmlns:p14="http://schemas.microsoft.com/office/powerpoint/2010/main" val="3845608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F7AD0-FC43-7D4C-2A09-D74DB230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DE8D-6C31-E621-9307-634B937E1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7050"/>
            <a:ext cx="9144000" cy="9506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TECHNICAL TALK SERIES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C52DD-8748-08DC-5FCA-FFB74D29EA6E}"/>
              </a:ext>
            </a:extLst>
          </p:cNvPr>
          <p:cNvSpPr txBox="1"/>
          <p:nvPr/>
        </p:nvSpPr>
        <p:spPr>
          <a:xfrm>
            <a:off x="1531345" y="4285561"/>
            <a:ext cx="9287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Tentative Date: November 2025</a:t>
            </a:r>
            <a:br>
              <a:rPr lang="en-US" dirty="0"/>
            </a:br>
            <a:r>
              <a:rPr lang="en-US" dirty="0"/>
              <a:t>Project Chair: </a:t>
            </a:r>
            <a:r>
              <a:rPr lang="en-US" dirty="0" err="1"/>
              <a:t>Rtr</a:t>
            </a:r>
            <a:r>
              <a:rPr lang="en-US" dirty="0"/>
              <a:t> Kushal and </a:t>
            </a:r>
            <a:r>
              <a:rPr lang="en-US" dirty="0" err="1"/>
              <a:t>Rtr</a:t>
            </a:r>
            <a:r>
              <a:rPr lang="en-US" dirty="0"/>
              <a:t> Prachi</a:t>
            </a:r>
            <a:br>
              <a:rPr lang="en-US" dirty="0"/>
            </a:br>
            <a:r>
              <a:rPr lang="en-US" dirty="0"/>
              <a:t>Expert-led sessions on robotics, AI, and emerging technologies.</a:t>
            </a:r>
          </a:p>
        </p:txBody>
      </p:sp>
    </p:spTree>
    <p:extLst>
      <p:ext uri="{BB962C8B-B14F-4D97-AF65-F5344CB8AC3E}">
        <p14:creationId xmlns:p14="http://schemas.microsoft.com/office/powerpoint/2010/main" val="299814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5906-7605-E543-41AB-CDBCB1340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2BCA-1BD1-00C4-48E3-1A7BFC2B4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6858"/>
            <a:ext cx="9144000" cy="154214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CAREER GUIDANCE AND RESUME WORKSHOP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94726-C8B6-61C5-4454-A4F5F211F3ED}"/>
              </a:ext>
            </a:extLst>
          </p:cNvPr>
          <p:cNvSpPr txBox="1"/>
          <p:nvPr/>
        </p:nvSpPr>
        <p:spPr>
          <a:xfrm>
            <a:off x="1531345" y="4285561"/>
            <a:ext cx="9287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Tentative Date: February 2026</a:t>
            </a:r>
            <a:br>
              <a:rPr lang="en-US" dirty="0"/>
            </a:br>
            <a:r>
              <a:rPr lang="en-US" dirty="0"/>
              <a:t>Project Chair: </a:t>
            </a:r>
            <a:r>
              <a:rPr lang="en-US" dirty="0" err="1"/>
              <a:t>Rtr</a:t>
            </a:r>
            <a:r>
              <a:rPr lang="en-US" dirty="0"/>
              <a:t> Kushal and </a:t>
            </a:r>
            <a:r>
              <a:rPr lang="en-US" dirty="0" err="1"/>
              <a:t>Rtr</a:t>
            </a:r>
            <a:r>
              <a:rPr lang="en-US" dirty="0"/>
              <a:t> Anirudh</a:t>
            </a:r>
          </a:p>
        </p:txBody>
      </p:sp>
    </p:spTree>
    <p:extLst>
      <p:ext uri="{BB962C8B-B14F-4D97-AF65-F5344CB8AC3E}">
        <p14:creationId xmlns:p14="http://schemas.microsoft.com/office/powerpoint/2010/main" val="402835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D02AA-06D2-1BBC-EDAF-F9FD183D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ACDA-1F24-8642-8807-154C56804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7115"/>
            <a:ext cx="9144000" cy="16618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COMPUTER SCIENCE SKILLS WORKSHOP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0AE16-5351-15F8-6136-7008B1407EA4}"/>
              </a:ext>
            </a:extLst>
          </p:cNvPr>
          <p:cNvSpPr txBox="1"/>
          <p:nvPr/>
        </p:nvSpPr>
        <p:spPr>
          <a:xfrm>
            <a:off x="1531345" y="4285561"/>
            <a:ext cx="9287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Tentative Date: 2026 (To be finalized)</a:t>
            </a:r>
            <a:br>
              <a:rPr lang="en-US" dirty="0"/>
            </a:br>
            <a:r>
              <a:rPr lang="en-US" dirty="0"/>
              <a:t>Project Chair: </a:t>
            </a:r>
            <a:r>
              <a:rPr lang="en-US" dirty="0" err="1"/>
              <a:t>Rtr</a:t>
            </a:r>
            <a:r>
              <a:rPr lang="en-US" dirty="0"/>
              <a:t> Kushal and </a:t>
            </a:r>
            <a:r>
              <a:rPr lang="en-US" dirty="0" err="1"/>
              <a:t>Rtr</a:t>
            </a:r>
            <a:r>
              <a:rPr lang="en-US" dirty="0"/>
              <a:t> Shreya</a:t>
            </a:r>
          </a:p>
          <a:p>
            <a:r>
              <a:rPr lang="en-US" dirty="0"/>
              <a:t>Provide rural school students with basic computer education.</a:t>
            </a:r>
          </a:p>
        </p:txBody>
      </p:sp>
    </p:spTree>
    <p:extLst>
      <p:ext uri="{BB962C8B-B14F-4D97-AF65-F5344CB8AC3E}">
        <p14:creationId xmlns:p14="http://schemas.microsoft.com/office/powerpoint/2010/main" val="225513132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133</TotalTime>
  <Words>296</Words>
  <Application>Microsoft Office PowerPoint</Application>
  <PresentationFormat>Widescreen</PresentationFormat>
  <Paragraphs>35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Gill Sans MT</vt:lpstr>
      <vt:lpstr>Gallery</vt:lpstr>
      <vt:lpstr>FUTURE EVENT CALENDAR</vt:lpstr>
      <vt:lpstr>FUTURE EVENT CALENDAR</vt:lpstr>
      <vt:lpstr>COMMUNITY SERVICE AVENUE</vt:lpstr>
      <vt:lpstr>WINTER DONATION DRIVE</vt:lpstr>
      <vt:lpstr>BLOOD DONATION DRIVE</vt:lpstr>
      <vt:lpstr>SANITARY PAD COLLECTION DRIVE</vt:lpstr>
      <vt:lpstr>SELF DEFENSE LESSONS</vt:lpstr>
      <vt:lpstr>Smart-i ABACUS EVENT</vt:lpstr>
      <vt:lpstr>PARTY IN PINK</vt:lpstr>
      <vt:lpstr>MEGA TREK</vt:lpstr>
      <vt:lpstr>CLUB SERVICE AVENUE</vt:lpstr>
      <vt:lpstr>BIT’s GOT TALENT</vt:lpstr>
      <vt:lpstr>K-DRAMA CRUSH AND ANIME TRIVIA</vt:lpstr>
      <vt:lpstr>INTERNATIONAL SERVICE AVENUE</vt:lpstr>
      <vt:lpstr>VRINDA – INTERNATIONAL MAGAZINE</vt:lpstr>
      <vt:lpstr>PROFESSIONAL SERVICE AVENUE</vt:lpstr>
      <vt:lpstr>TECHNICAL TALK SERIES</vt:lpstr>
      <vt:lpstr>CAREER GUIDANCE AND RESUME WORKSHOP</vt:lpstr>
      <vt:lpstr>COMPUTER SCIENCE SKILLS WORKSHOP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taksha tangudu</dc:creator>
  <cp:lastModifiedBy>taksha tangudu</cp:lastModifiedBy>
  <cp:revision>5</cp:revision>
  <dcterms:created xsi:type="dcterms:W3CDTF">2025-08-23T01:32:02Z</dcterms:created>
  <dcterms:modified xsi:type="dcterms:W3CDTF">2025-08-23T03:46:55Z</dcterms:modified>
</cp:coreProperties>
</file>